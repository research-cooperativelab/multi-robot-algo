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6" r:id="rId27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7" r:id="rId28"/>
    <p:sldId id="273" r:id="rId19"/>
    <p:sldId id="274" r:id="rId20"/>
    <p:sldId id="275" r:id="rId21"/>
    <p:sldId id="278" r:id="rId29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ooja\Documents\GitHub\Multi-Robot-Algo\slide_screenshots\slide_0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ooja\Documents\GitHub\Multi-Robot-Algo\slide_screenshots\slide_0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ooja\Documents\GitHub\Multi-Robot-Algo\slide_screenshots\slide_0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ooja\Documents\GitHub\Multi-Robot-Algo\slide_screenshots\slide_0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ooja\Documents\GitHub\Multi-Robot-Algo\slide_screenshots\slide_05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ooja\Documents\GitHub\Multi-Robot-Algo\slide_screenshots\slide_06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ooja\Documents\GitHub\Multi-Robot-Algo\slide_screenshots\slide_0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ooja\Documents\GitHub\Multi-Robot-Algo\slide_screenshots\slide_0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ooja\Documents\GitHub\Multi-Robot-Algo\slide_screenshots\slide_09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ooja\Documents\GitHub\Multi-Robot-Algo\slide_screenshots\slide_1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ooja\Documents\GitHub\Multi-Robot-Algo\slide_screenshots\slide_1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ooja\Documents\GitHub\Multi-Robot-Algo\slide_screenshots\slide_1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ooja\Documents\GitHub\Multi-Robot-Algo\slide_screenshots\slide_1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ooja\Documents\GitHub\Multi-Robot-Algo\slide_screenshots\slide_1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ooja\Documents\GitHub\Multi-Robot-Algo\slide_screenshots\slide_15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ooja\Documents\GitHub\Multi-Robot-Algo\slide_screenshots\slide_16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ooja\Documents\GitHub\Multi-Robot-Algo\slide_screenshots\slide_1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ooja\Documents\GitHub\Multi-Robot-Algo\slide_screenshots\slide_1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ooja\Documents\GitHub\Multi-Robot-Algo\slide_screenshots\slide_19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ooja\Documents\GitHub\Multi-Robot-Algo\slide_screenshots\slide_2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ponent Swee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-21-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eb Simula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-22-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Q&amp;A Ba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-23-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2026-04-25T06:47:16Z</dcterms:created>
  <dcterms:modified xsi:type="dcterms:W3CDTF">2026-04-25T06:47:16Z</dcterms:modified>
</cp:coreProperties>
</file>