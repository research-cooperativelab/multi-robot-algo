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ooja\Documents\GitHub\Multi-Robot-Algo\slide_screenshots\slide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2026-04-25T06:47:16Z</dcterms:created>
  <dcterms:modified xsi:type="dcterms:W3CDTF">2026-04-25T06:47:16Z</dcterms:modified>
</cp:coreProperties>
</file>