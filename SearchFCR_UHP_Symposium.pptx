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hp_01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hp_02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hp_03_money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hp_04_howwor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hp_05_ins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hp_06_rob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hp_07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hp_08_realwor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hp_09_clo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