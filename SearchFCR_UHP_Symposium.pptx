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sldIdLst>
    <p:sldId id="257" r:id="rId27"/>
    <p:sldId id="258" r:id="rId28"/>
    <p:sldId id="259" r:id="rId29"/>
    <p:sldId id="260" r:id="rId30"/>
    <p:sldId id="261" r:id="rId31"/>
    <p:sldId id="262" r:id="rId32"/>
    <p:sldId id="263" r:id="rId33"/>
    <p:sldId id="264" r:id="rId34"/>
    <p:sldId id="265" r:id="rId35"/>
  </p:sldId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  <Relationship Id="rId27" Type="http://schemas.openxmlformats.org/officeDocument/2006/relationships/slide" Target="slides/slide1.xml"/>
  <Relationship Id="rId28" Type="http://schemas.openxmlformats.org/officeDocument/2006/relationships/slide" Target="slides/slide2.xml"/>
  <Relationship Id="rId29" Type="http://schemas.openxmlformats.org/officeDocument/2006/relationships/slide" Target="slides/slide3.xml"/>
  <Relationship Id="rId30" Type="http://schemas.openxmlformats.org/officeDocument/2006/relationships/slide" Target="slides/slide4.xml"/>
  <Relationship Id="rId31" Type="http://schemas.openxmlformats.org/officeDocument/2006/relationships/slide" Target="slides/slide5.xml"/>
  <Relationship Id="rId32" Type="http://schemas.openxmlformats.org/officeDocument/2006/relationships/slide" Target="slides/slide6.xml"/>
  <Relationship Id="rId33" Type="http://schemas.openxmlformats.org/officeDocument/2006/relationships/slide" Target="slides/slide7.xml"/>
  <Relationship Id="rId34" Type="http://schemas.openxmlformats.org/officeDocument/2006/relationships/slide" Target="slides/slide8.xml"/>
  <Relationship Id="rId35" Type="http://schemas.openxmlformats.org/officeDocument/2006/relationships/slide" Target="slides/slide9.xml"/>
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
  <Relationship Id="rId1" Type="http://schemas.openxmlformats.org/officeDocument/2006/relationships/image" Target="../media/uhp-1.png"/>
  <Relationship Id="rId2" Type="http://schemas.openxmlformats.org/officeDocument/2006/relationships/slideLayout" Target="../slideLayouts/slideLayout1.xml"/>
</Relationships>
</file>

<file path=ppt/slides/_rels/slide2.xml.rels><?xml version="1.0" encoding="utf-8"?>
<Relationships xmlns="http://schemas.openxmlformats.org/package/2006/relationships">
  <Relationship Id="rId1" Type="http://schemas.openxmlformats.org/officeDocument/2006/relationships/image" Target="../media/uhp-2.png"/>
  <Relationship Id="rId2" Type="http://schemas.openxmlformats.org/officeDocument/2006/relationships/slideLayout" Target="../slideLayouts/slideLayout1.xml"/>
</Relationships>
</file>

<file path=ppt/slides/_rels/slide3.xml.rels><?xml version="1.0" encoding="utf-8"?>
<Relationships xmlns="http://schemas.openxmlformats.org/package/2006/relationships">
  <Relationship Id="rId1" Type="http://schemas.openxmlformats.org/officeDocument/2006/relationships/image" Target="../media/uhp-3.png"/>
  <Relationship Id="rId2" Type="http://schemas.openxmlformats.org/officeDocument/2006/relationships/slideLayout" Target="../slideLayouts/slideLayout1.xml"/>
</Relationships>
</file>

<file path=ppt/slides/_rels/slide4.xml.rels><?xml version="1.0" encoding="utf-8"?>
<Relationships xmlns="http://schemas.openxmlformats.org/package/2006/relationships">
  <Relationship Id="rId1" Type="http://schemas.openxmlformats.org/officeDocument/2006/relationships/image" Target="../media/uhp-4.png"/>
  <Relationship Id="rId2" Type="http://schemas.openxmlformats.org/officeDocument/2006/relationships/slideLayout" Target="../slideLayouts/slideLayout1.xml"/>
</Relationships>
</file>

<file path=ppt/slides/_rels/slide5.xml.rels><?xml version="1.0" encoding="utf-8"?>
<Relationships xmlns="http://schemas.openxmlformats.org/package/2006/relationships">
  <Relationship Id="rId1" Type="http://schemas.openxmlformats.org/officeDocument/2006/relationships/image" Target="../media/uhp-5.png"/>
  <Relationship Id="rId2" Type="http://schemas.openxmlformats.org/officeDocument/2006/relationships/slideLayout" Target="../slideLayouts/slideLayout1.xml"/>
</Relationships>
</file>

<file path=ppt/slides/_rels/slide6.xml.rels><?xml version="1.0" encoding="utf-8"?>
<Relationships xmlns="http://schemas.openxmlformats.org/package/2006/relationships">
  <Relationship Id="rId1" Type="http://schemas.openxmlformats.org/officeDocument/2006/relationships/image" Target="../media/uhp-6.png"/>
  <Relationship Id="rId2" Type="http://schemas.openxmlformats.org/officeDocument/2006/relationships/slideLayout" Target="../slideLayouts/slideLayout1.xml"/>
</Relationships>
</file>

<file path=ppt/slides/_rels/slide7.xml.rels><?xml version="1.0" encoding="utf-8"?>
<Relationships xmlns="http://schemas.openxmlformats.org/package/2006/relationships">
  <Relationship Id="rId1" Type="http://schemas.openxmlformats.org/officeDocument/2006/relationships/image" Target="../media/uhp-7.png"/>
  <Relationship Id="rId2" Type="http://schemas.openxmlformats.org/officeDocument/2006/relationships/slideLayout" Target="../slideLayouts/slideLayout1.xml"/>
</Relationships>
</file>

<file path=ppt/slides/_rels/slide8.xml.rels><?xml version="1.0" encoding="utf-8"?>
<Relationships xmlns="http://schemas.openxmlformats.org/package/2006/relationships">
  <Relationship Id="rId1" Type="http://schemas.openxmlformats.org/officeDocument/2006/relationships/image" Target="../media/uhp-8.png"/>
  <Relationship Id="rId2" Type="http://schemas.openxmlformats.org/officeDocument/2006/relationships/slideLayout" Target="../slideLayouts/slideLayout1.xml"/>
</Relationships>
</file>

<file path=ppt/slides/_rels/slide9.xml.rels><?xml version="1.0" encoding="utf-8"?>
<Relationships xmlns="http://schemas.openxmlformats.org/package/2006/relationships">
  <Relationship Id="rId1" Type="http://schemas.openxmlformats.org/officeDocument/2006/relationships/image" Target="../media/uhp-9.png"/>
  <Relationship Id="rId2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hp_0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 descr="uhp-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hp_02_pro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 descr="uhp-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hp_03_money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 descr="uhp-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hp_04_howwor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 descr="uhp-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hp_05_ins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 descr="uhp-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hp_06_robu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 descr="uhp-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hp_07_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 descr="uhp-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hp_08_realwor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 descr="uhp-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hp_09_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 descr="uhp-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2026-04-25T06:47:16Z</dcterms:created>
  <dcterms:modified xsi:type="dcterms:W3CDTF">2026-04-25T06:47:16Z</dcterms:modified>
</cp:coreProperties>
</file>